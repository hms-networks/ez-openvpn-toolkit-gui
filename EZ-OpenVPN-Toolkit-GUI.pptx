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7B0E0-76CF-5A50-CC1A-B5883D12B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C50B7-86FA-8E2D-EE6C-65E5639F7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199A9-22B1-FA51-1253-2B328F72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EA7CB-54FA-81E6-763F-50FAA57AE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A6ABE-50C0-FFCA-90BC-EECDF421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8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5326-6741-6D0E-A46F-A9A81953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721AD-9069-529C-8338-560654150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E4EB5-6103-0663-D494-1378842B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0E0A7-3D84-8EE8-C53F-4734C1B6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FE207-3A68-A3F2-C2F9-20E5C211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3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6971-A489-889D-3051-9C38705A7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2D531-42D3-AC30-5015-B4395E995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9270E-15AF-93BE-C4A5-5BA2F754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4866A-CF9E-FBE1-81FB-4109E747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A1A1B-E63C-CDC7-936F-C9C30B0DF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7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424E-C2CE-2F33-BE5E-30CA181A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C35F-F9EA-470D-3916-E2BCA4112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D741E-098A-A0E9-369C-915161504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67651-502E-FD79-A1DC-D6B8C83E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D79F2-BE56-FF86-7967-1BB2015A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44A6D-8253-D93B-4538-6CCF4998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6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DA5D5-E681-6B64-70A5-A01E7E0C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68829-2172-3201-54EB-523A20477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3150B-A6D8-9960-D305-EF93AB2AE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DF6D5B-FF50-0D7A-BBD5-8B71CEE6C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DE4F9-0D30-F9BE-5CD6-192F69B06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C9334-2EEE-9E9A-3B24-50D0B73DB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AFF1E-38B6-3F36-7D2D-F589914F8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2246CB-F83D-5D75-5AFA-F3FED51A2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99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67BC-AEBB-21E2-D6D4-EA264B48B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4654A-95FB-803C-3CAE-165D74E5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8B92D-6D4D-D4B9-255A-32272A4A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5ED39-38F9-EC7F-10F8-B30668AD4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02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24D2CD-3330-BFE6-1B49-0C5598FE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1A7C2-8590-535D-9326-007608FD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4CAEC-7F4E-482D-747C-07AA3670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1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F2CB-A12B-55FA-F4BF-3AD7D505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4F868-D666-46A1-8881-DDCA09845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030A1-E7AC-031B-8FF5-6D31D6382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6C624-7A61-8368-E533-E375FB8B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3A178-C2DE-2FF0-DC61-124F18B3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E93C0-1952-B4DA-CD14-1C24976B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3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2B87-8700-83A1-4E02-E3B87767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18EBF2-A031-264C-20D7-113C17724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23816-070E-0A1A-AB4C-7EED37CB9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9AB2-3DAE-8FB5-DFF1-574D8599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70F6D-41E7-FE59-355D-374E5E47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AF55E-E31D-6FFF-6D3D-0107E53A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0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1F03-22C4-80E0-20BA-9B6517BC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BC7CE-5CCF-D455-7A99-1C18F3F55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24E28-5024-9BF9-D331-EE36EF1C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A5D14-8307-E758-791D-43F89074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ADA19-FF8C-69FF-2A9E-1CDC542F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3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1C379-D20D-055A-D296-2F473C32E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AF939-D338-4EAF-5892-457431E95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6A73-C243-07EB-2A77-9CC691B1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1B17-2721-8D9C-167D-06B25F128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5D6ED-85A1-AB74-FF8A-4F97D78E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0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A8A080-BA7A-5AC5-57B2-738C26D9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7A609-95F8-6842-39C5-F5627BA32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FF584-10DA-BA97-C85B-511D255B2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03C80-D18E-4DB1-865D-82AD9759687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706C6-0B1B-6FDF-FD71-7881E3948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84418-0F70-9F08-22CD-DEF4B4E39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4C08B-B274-4B57-8F6D-63C7FB893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4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4123-052B-5A85-F348-3F69BE77E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0CBCD-7C46-F923-6DB1-4EB79FDE2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25BE3-84A0-E418-9716-F61C3399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26FF3F-940E-4A67-71DE-2FAE4C2B6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35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9E79-8CA2-D41F-6A07-02B16401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C76E-621A-AA8F-6984-08D9ECA19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DAE21-F7B2-753C-046F-2B507E539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94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4EDD-2C51-6344-DCBE-57BECD51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F6653-723A-EAD6-DCC6-BD0BAEC7E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94CC2-4543-5B4F-91F2-405278C0F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C6BAB-B1CA-DE28-9E73-B7A6AA938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" y="0"/>
            <a:ext cx="12179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8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C006-840D-0AD5-5501-DF4DCB44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0A3C3-F3BA-4BCB-98D2-58D1374BB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CF74-0A3F-7A6D-A5BA-7574059B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30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AD7E-D612-858C-784F-2F516A19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AA479-BFDB-F2C2-C03B-00F029473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EFCD0B-EE07-53F7-19EA-A88F8DB8C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7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D9FFE-1C07-3135-239B-68C06F5F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DC0C-24E1-AF64-9BDE-10D84E74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E5422-6214-DE37-4F25-5A4ADF0C0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57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Red Lion Controls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Whitlock</dc:creator>
  <cp:lastModifiedBy>Gregory Whitlock</cp:lastModifiedBy>
  <cp:revision>1</cp:revision>
  <dcterms:created xsi:type="dcterms:W3CDTF">2026-08-27T13:44:39Z</dcterms:created>
  <dcterms:modified xsi:type="dcterms:W3CDTF">2026-08-27T15:51:13Z</dcterms:modified>
</cp:coreProperties>
</file>